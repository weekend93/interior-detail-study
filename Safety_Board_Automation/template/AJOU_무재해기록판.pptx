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0691813" cy="21599525"/>
  <p:notesSz cx="9926638" cy="1435576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803" userDrawn="1">
          <p15:clr>
            <a:srgbClr val="A4A3A4"/>
          </p15:clr>
        </p15:guide>
        <p15:guide id="2" pos="3368" userDrawn="1">
          <p15:clr>
            <a:srgbClr val="A4A3A4"/>
          </p15:clr>
        </p15:guide>
        <p15:guide id="3" orient="horz" pos="48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60"/>
    <a:srgbClr val="156082"/>
    <a:srgbClr val="FFFF99"/>
    <a:srgbClr val="C08C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35" d="100"/>
          <a:sy n="35" d="100"/>
        </p:scale>
        <p:origin x="3672" y="138"/>
      </p:cViewPr>
      <p:guideLst>
        <p:guide orient="horz" pos="6803"/>
        <p:guide pos="3368"/>
        <p:guide orient="horz" pos="48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yanggi kim" userId="89254f11329d012e" providerId="LiveId" clId="{4AA399F7-666E-465C-8A38-929921C2552E}"/>
    <pc:docChg chg="undo custSel modSld">
      <pc:chgData name="hyanggi kim" userId="89254f11329d012e" providerId="LiveId" clId="{4AA399F7-666E-465C-8A38-929921C2552E}" dt="2026-07-02T05:36:33.014" v="147" actId="20577"/>
      <pc:docMkLst>
        <pc:docMk/>
      </pc:docMkLst>
      <pc:sldChg chg="modSp mod">
        <pc:chgData name="hyanggi kim" userId="89254f11329d012e" providerId="LiveId" clId="{4AA399F7-666E-465C-8A38-929921C2552E}" dt="2026-07-02T05:36:33.014" v="147" actId="20577"/>
        <pc:sldMkLst>
          <pc:docMk/>
          <pc:sldMk cId="1737273018" sldId="256"/>
        </pc:sldMkLst>
        <pc:spChg chg="mod">
          <ac:chgData name="hyanggi kim" userId="89254f11329d012e" providerId="LiveId" clId="{4AA399F7-666E-465C-8A38-929921C2552E}" dt="2026-07-02T05:36:30.803" v="145" actId="20577"/>
          <ac:spMkLst>
            <pc:docMk/>
            <pc:sldMk cId="1737273018" sldId="256"/>
            <ac:spMk id="24" creationId="{9E5A0457-3B52-ABE5-B0C9-B8FAA3040177}"/>
          </ac:spMkLst>
        </pc:spChg>
        <pc:spChg chg="mod">
          <ac:chgData name="hyanggi kim" userId="89254f11329d012e" providerId="LiveId" clId="{4AA399F7-666E-465C-8A38-929921C2552E}" dt="2026-07-02T05:36:33.014" v="147" actId="20577"/>
          <ac:spMkLst>
            <pc:docMk/>
            <pc:sldMk cId="1737273018" sldId="256"/>
            <ac:spMk id="25" creationId="{AFDCC243-3315-90E9-7373-1B692F87BD70}"/>
          </ac:spMkLst>
        </pc:spChg>
        <pc:graphicFrameChg chg="mod modGraphic">
          <ac:chgData name="hyanggi kim" userId="89254f11329d012e" providerId="LiveId" clId="{4AA399F7-666E-465C-8A38-929921C2552E}" dt="2026-07-02T05:34:58.184" v="141" actId="20577"/>
          <ac:graphicFrameMkLst>
            <pc:docMk/>
            <pc:sldMk cId="1737273018" sldId="256"/>
            <ac:graphicFrameMk id="44" creationId="{BE267EBC-9705-758C-B166-9A9F85EE9F36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7" y="3534924"/>
            <a:ext cx="9088041" cy="7519835"/>
          </a:xfrm>
          <a:prstGeom prst="rect">
            <a:avLst/>
          </a:prstGeom>
        </p:spPr>
        <p:txBody>
          <a:bodyPr anchor="b"/>
          <a:lstStyle>
            <a:lvl1pPr algn="ctr">
              <a:defRPr sz="7016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11344752"/>
            <a:ext cx="8018860" cy="521488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6"/>
            </a:lvl1pPr>
            <a:lvl2pPr marL="534604" indent="0" algn="ctr">
              <a:buNone/>
              <a:defRPr sz="2339"/>
            </a:lvl2pPr>
            <a:lvl3pPr marL="1069208" indent="0" algn="ctr">
              <a:buNone/>
              <a:defRPr sz="2105"/>
            </a:lvl3pPr>
            <a:lvl4pPr marL="1603812" indent="0" algn="ctr">
              <a:buNone/>
              <a:defRPr sz="1871"/>
            </a:lvl4pPr>
            <a:lvl5pPr marL="2138416" indent="0" algn="ctr">
              <a:buNone/>
              <a:defRPr sz="1871"/>
            </a:lvl5pPr>
            <a:lvl6pPr marL="2673020" indent="0" algn="ctr">
              <a:buNone/>
              <a:defRPr sz="1871"/>
            </a:lvl6pPr>
            <a:lvl7pPr marL="3207624" indent="0" algn="ctr">
              <a:buNone/>
              <a:defRPr sz="1871"/>
            </a:lvl7pPr>
            <a:lvl8pPr marL="3742228" indent="0" algn="ctr">
              <a:buNone/>
              <a:defRPr sz="1871"/>
            </a:lvl8pPr>
            <a:lvl9pPr marL="4276832" indent="0" algn="ctr">
              <a:buNone/>
              <a:defRPr sz="1871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5062" y="20019565"/>
            <a:ext cx="2405658" cy="1149974"/>
          </a:xfrm>
          <a:prstGeom prst="rect">
            <a:avLst/>
          </a:prstGeom>
        </p:spPr>
        <p:txBody>
          <a:bodyPr/>
          <a:lstStyle/>
          <a:p>
            <a:fld id="{40B6141E-5A4F-49D6-AE44-C45DF57C308E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541664" y="20019565"/>
            <a:ext cx="3608487" cy="1149974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551093" y="20019565"/>
            <a:ext cx="2405658" cy="1149974"/>
          </a:xfrm>
          <a:prstGeom prst="rect">
            <a:avLst/>
          </a:prstGeom>
        </p:spPr>
        <p:txBody>
          <a:bodyPr/>
          <a:lstStyle/>
          <a:p>
            <a:fld id="{78B65356-470F-4C43-AACA-13CD9EF81C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00995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803" userDrawn="1">
          <p15:clr>
            <a:srgbClr val="FBAE40"/>
          </p15:clr>
        </p15:guide>
        <p15:guide id="2" pos="3367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5063" y="1149981"/>
            <a:ext cx="9221689" cy="4174909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5063" y="5749874"/>
            <a:ext cx="9221689" cy="137047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5062" y="20019565"/>
            <a:ext cx="2405658" cy="1149974"/>
          </a:xfrm>
          <a:prstGeom prst="rect">
            <a:avLst/>
          </a:prstGeom>
        </p:spPr>
        <p:txBody>
          <a:bodyPr/>
          <a:lstStyle/>
          <a:p>
            <a:fld id="{40B6141E-5A4F-49D6-AE44-C45DF57C308E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541664" y="20019565"/>
            <a:ext cx="3608487" cy="1149974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551093" y="20019565"/>
            <a:ext cx="2405658" cy="1149974"/>
          </a:xfrm>
          <a:prstGeom prst="rect">
            <a:avLst/>
          </a:prstGeom>
        </p:spPr>
        <p:txBody>
          <a:bodyPr/>
          <a:lstStyle/>
          <a:p>
            <a:fld id="{78B65356-470F-4C43-AACA-13CD9EF81C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5110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5" y="5384888"/>
            <a:ext cx="9221689" cy="8984802"/>
          </a:xfrm>
          <a:prstGeom prst="rect">
            <a:avLst/>
          </a:prstGeom>
        </p:spPr>
        <p:txBody>
          <a:bodyPr anchor="b"/>
          <a:lstStyle>
            <a:lvl1pPr>
              <a:defRPr sz="7016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5" y="14454689"/>
            <a:ext cx="9221689" cy="47248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6">
                <a:solidFill>
                  <a:schemeClr val="tx1">
                    <a:tint val="82000"/>
                  </a:schemeClr>
                </a:solidFill>
              </a:defRPr>
            </a:lvl1pPr>
            <a:lvl2pPr marL="534604" indent="0">
              <a:buNone/>
              <a:defRPr sz="2339">
                <a:solidFill>
                  <a:schemeClr val="tx1">
                    <a:tint val="82000"/>
                  </a:schemeClr>
                </a:solidFill>
              </a:defRPr>
            </a:lvl2pPr>
            <a:lvl3pPr marL="1069208" indent="0">
              <a:buNone/>
              <a:defRPr sz="2105">
                <a:solidFill>
                  <a:schemeClr val="tx1">
                    <a:tint val="82000"/>
                  </a:schemeClr>
                </a:solidFill>
              </a:defRPr>
            </a:lvl3pPr>
            <a:lvl4pPr marL="1603812" indent="0">
              <a:buNone/>
              <a:defRPr sz="1871">
                <a:solidFill>
                  <a:schemeClr val="tx1">
                    <a:tint val="82000"/>
                  </a:schemeClr>
                </a:solidFill>
              </a:defRPr>
            </a:lvl4pPr>
            <a:lvl5pPr marL="2138416" indent="0">
              <a:buNone/>
              <a:defRPr sz="1871">
                <a:solidFill>
                  <a:schemeClr val="tx1">
                    <a:tint val="82000"/>
                  </a:schemeClr>
                </a:solidFill>
              </a:defRPr>
            </a:lvl5pPr>
            <a:lvl6pPr marL="2673020" indent="0">
              <a:buNone/>
              <a:defRPr sz="1871">
                <a:solidFill>
                  <a:schemeClr val="tx1">
                    <a:tint val="82000"/>
                  </a:schemeClr>
                </a:solidFill>
              </a:defRPr>
            </a:lvl6pPr>
            <a:lvl7pPr marL="3207624" indent="0">
              <a:buNone/>
              <a:defRPr sz="1871">
                <a:solidFill>
                  <a:schemeClr val="tx1">
                    <a:tint val="82000"/>
                  </a:schemeClr>
                </a:solidFill>
              </a:defRPr>
            </a:lvl7pPr>
            <a:lvl8pPr marL="3742228" indent="0">
              <a:buNone/>
              <a:defRPr sz="1871">
                <a:solidFill>
                  <a:schemeClr val="tx1">
                    <a:tint val="82000"/>
                  </a:schemeClr>
                </a:solidFill>
              </a:defRPr>
            </a:lvl8pPr>
            <a:lvl9pPr marL="4276832" indent="0">
              <a:buNone/>
              <a:defRPr sz="1871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5062" y="20019565"/>
            <a:ext cx="2405658" cy="1149974"/>
          </a:xfrm>
          <a:prstGeom prst="rect">
            <a:avLst/>
          </a:prstGeom>
        </p:spPr>
        <p:txBody>
          <a:bodyPr/>
          <a:lstStyle/>
          <a:p>
            <a:fld id="{40B6141E-5A4F-49D6-AE44-C45DF57C308E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541664" y="20019565"/>
            <a:ext cx="3608487" cy="1149974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551093" y="20019565"/>
            <a:ext cx="2405658" cy="1149974"/>
          </a:xfrm>
          <a:prstGeom prst="rect">
            <a:avLst/>
          </a:prstGeom>
        </p:spPr>
        <p:txBody>
          <a:bodyPr/>
          <a:lstStyle/>
          <a:p>
            <a:fld id="{78B65356-470F-4C43-AACA-13CD9EF81C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5609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5063" y="1149981"/>
            <a:ext cx="9221689" cy="4174909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3" y="5749874"/>
            <a:ext cx="4544021" cy="137047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1" y="5749874"/>
            <a:ext cx="4544021" cy="137047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5062" y="20019565"/>
            <a:ext cx="2405658" cy="1149974"/>
          </a:xfrm>
          <a:prstGeom prst="rect">
            <a:avLst/>
          </a:prstGeom>
        </p:spPr>
        <p:txBody>
          <a:bodyPr/>
          <a:lstStyle/>
          <a:p>
            <a:fld id="{40B6141E-5A4F-49D6-AE44-C45DF57C308E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541664" y="20019565"/>
            <a:ext cx="3608487" cy="1149974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551093" y="20019565"/>
            <a:ext cx="2405658" cy="1149974"/>
          </a:xfrm>
          <a:prstGeom prst="rect">
            <a:avLst/>
          </a:prstGeom>
        </p:spPr>
        <p:txBody>
          <a:bodyPr/>
          <a:lstStyle/>
          <a:p>
            <a:fld id="{78B65356-470F-4C43-AACA-13CD9EF81C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1075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6" y="1149981"/>
            <a:ext cx="9221689" cy="4174909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7" y="5294886"/>
            <a:ext cx="4523137" cy="259494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806" b="1"/>
            </a:lvl1pPr>
            <a:lvl2pPr marL="534604" indent="0">
              <a:buNone/>
              <a:defRPr sz="2339" b="1"/>
            </a:lvl2pPr>
            <a:lvl3pPr marL="1069208" indent="0">
              <a:buNone/>
              <a:defRPr sz="2105" b="1"/>
            </a:lvl3pPr>
            <a:lvl4pPr marL="1603812" indent="0">
              <a:buNone/>
              <a:defRPr sz="1871" b="1"/>
            </a:lvl4pPr>
            <a:lvl5pPr marL="2138416" indent="0">
              <a:buNone/>
              <a:defRPr sz="1871" b="1"/>
            </a:lvl5pPr>
            <a:lvl6pPr marL="2673020" indent="0">
              <a:buNone/>
              <a:defRPr sz="1871" b="1"/>
            </a:lvl6pPr>
            <a:lvl7pPr marL="3207624" indent="0">
              <a:buNone/>
              <a:defRPr sz="1871" b="1"/>
            </a:lvl7pPr>
            <a:lvl8pPr marL="3742228" indent="0">
              <a:buNone/>
              <a:defRPr sz="1871" b="1"/>
            </a:lvl8pPr>
            <a:lvl9pPr marL="4276832" indent="0">
              <a:buNone/>
              <a:defRPr sz="1871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7" y="7889827"/>
            <a:ext cx="4523137" cy="116047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2" y="5294886"/>
            <a:ext cx="4545413" cy="259494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806" b="1"/>
            </a:lvl1pPr>
            <a:lvl2pPr marL="534604" indent="0">
              <a:buNone/>
              <a:defRPr sz="2339" b="1"/>
            </a:lvl2pPr>
            <a:lvl3pPr marL="1069208" indent="0">
              <a:buNone/>
              <a:defRPr sz="2105" b="1"/>
            </a:lvl3pPr>
            <a:lvl4pPr marL="1603812" indent="0">
              <a:buNone/>
              <a:defRPr sz="1871" b="1"/>
            </a:lvl4pPr>
            <a:lvl5pPr marL="2138416" indent="0">
              <a:buNone/>
              <a:defRPr sz="1871" b="1"/>
            </a:lvl5pPr>
            <a:lvl6pPr marL="2673020" indent="0">
              <a:buNone/>
              <a:defRPr sz="1871" b="1"/>
            </a:lvl6pPr>
            <a:lvl7pPr marL="3207624" indent="0">
              <a:buNone/>
              <a:defRPr sz="1871" b="1"/>
            </a:lvl7pPr>
            <a:lvl8pPr marL="3742228" indent="0">
              <a:buNone/>
              <a:defRPr sz="1871" b="1"/>
            </a:lvl8pPr>
            <a:lvl9pPr marL="4276832" indent="0">
              <a:buNone/>
              <a:defRPr sz="1871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2" y="7889827"/>
            <a:ext cx="4545413" cy="116047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35062" y="20019565"/>
            <a:ext cx="2405658" cy="1149974"/>
          </a:xfrm>
          <a:prstGeom prst="rect">
            <a:avLst/>
          </a:prstGeom>
        </p:spPr>
        <p:txBody>
          <a:bodyPr/>
          <a:lstStyle/>
          <a:p>
            <a:fld id="{40B6141E-5A4F-49D6-AE44-C45DF57C308E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541664" y="20019565"/>
            <a:ext cx="3608487" cy="1149974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551093" y="20019565"/>
            <a:ext cx="2405658" cy="1149974"/>
          </a:xfrm>
          <a:prstGeom prst="rect">
            <a:avLst/>
          </a:prstGeom>
        </p:spPr>
        <p:txBody>
          <a:bodyPr/>
          <a:lstStyle/>
          <a:p>
            <a:fld id="{78B65356-470F-4C43-AACA-13CD9EF81C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0863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5063" y="1149981"/>
            <a:ext cx="9221689" cy="4174909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35062" y="20019565"/>
            <a:ext cx="2405658" cy="1149974"/>
          </a:xfrm>
          <a:prstGeom prst="rect">
            <a:avLst/>
          </a:prstGeom>
        </p:spPr>
        <p:txBody>
          <a:bodyPr/>
          <a:lstStyle/>
          <a:p>
            <a:fld id="{40B6141E-5A4F-49D6-AE44-C45DF57C308E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541664" y="20019565"/>
            <a:ext cx="3608487" cy="1149974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551093" y="20019565"/>
            <a:ext cx="2405658" cy="1149974"/>
          </a:xfrm>
          <a:prstGeom prst="rect">
            <a:avLst/>
          </a:prstGeom>
        </p:spPr>
        <p:txBody>
          <a:bodyPr/>
          <a:lstStyle/>
          <a:p>
            <a:fld id="{78B65356-470F-4C43-AACA-13CD9EF81C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6518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35062" y="20019565"/>
            <a:ext cx="2405658" cy="1149974"/>
          </a:xfrm>
          <a:prstGeom prst="rect">
            <a:avLst/>
          </a:prstGeom>
        </p:spPr>
        <p:txBody>
          <a:bodyPr/>
          <a:lstStyle/>
          <a:p>
            <a:fld id="{40B6141E-5A4F-49D6-AE44-C45DF57C308E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541664" y="20019565"/>
            <a:ext cx="3608487" cy="1149974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551093" y="20019565"/>
            <a:ext cx="2405658" cy="1149974"/>
          </a:xfrm>
          <a:prstGeom prst="rect">
            <a:avLst/>
          </a:prstGeom>
        </p:spPr>
        <p:txBody>
          <a:bodyPr/>
          <a:lstStyle/>
          <a:p>
            <a:fld id="{78B65356-470F-4C43-AACA-13CD9EF81C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553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1439969"/>
            <a:ext cx="3448388" cy="5039889"/>
          </a:xfrm>
          <a:prstGeom prst="rect">
            <a:avLst/>
          </a:prstGeom>
        </p:spPr>
        <p:txBody>
          <a:bodyPr anchor="b"/>
          <a:lstStyle>
            <a:lvl1pPr>
              <a:defRPr sz="374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3109937"/>
            <a:ext cx="5412730" cy="15349662"/>
          </a:xfrm>
          <a:prstGeom prst="rect">
            <a:avLst/>
          </a:prstGeom>
        </p:spPr>
        <p:txBody>
          <a:bodyPr/>
          <a:lstStyle>
            <a:lvl1pPr>
              <a:defRPr sz="3742"/>
            </a:lvl1pPr>
            <a:lvl2pPr>
              <a:defRPr sz="3274"/>
            </a:lvl2pPr>
            <a:lvl3pPr>
              <a:defRPr sz="2806"/>
            </a:lvl3pPr>
            <a:lvl4pPr>
              <a:defRPr sz="2339"/>
            </a:lvl4pPr>
            <a:lvl5pPr>
              <a:defRPr sz="2339"/>
            </a:lvl5pPr>
            <a:lvl6pPr>
              <a:defRPr sz="2339"/>
            </a:lvl6pPr>
            <a:lvl7pPr>
              <a:defRPr sz="2339"/>
            </a:lvl7pPr>
            <a:lvl8pPr>
              <a:defRPr sz="2339"/>
            </a:lvl8pPr>
            <a:lvl9pPr>
              <a:defRPr sz="233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6479857"/>
            <a:ext cx="3448388" cy="120047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71"/>
            </a:lvl1pPr>
            <a:lvl2pPr marL="534604" indent="0">
              <a:buNone/>
              <a:defRPr sz="1637"/>
            </a:lvl2pPr>
            <a:lvl3pPr marL="1069208" indent="0">
              <a:buNone/>
              <a:defRPr sz="1403"/>
            </a:lvl3pPr>
            <a:lvl4pPr marL="1603812" indent="0">
              <a:buNone/>
              <a:defRPr sz="1169"/>
            </a:lvl4pPr>
            <a:lvl5pPr marL="2138416" indent="0">
              <a:buNone/>
              <a:defRPr sz="1169"/>
            </a:lvl5pPr>
            <a:lvl6pPr marL="2673020" indent="0">
              <a:buNone/>
              <a:defRPr sz="1169"/>
            </a:lvl6pPr>
            <a:lvl7pPr marL="3207624" indent="0">
              <a:buNone/>
              <a:defRPr sz="1169"/>
            </a:lvl7pPr>
            <a:lvl8pPr marL="3742228" indent="0">
              <a:buNone/>
              <a:defRPr sz="1169"/>
            </a:lvl8pPr>
            <a:lvl9pPr marL="4276832" indent="0">
              <a:buNone/>
              <a:defRPr sz="116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5062" y="20019565"/>
            <a:ext cx="2405658" cy="1149974"/>
          </a:xfrm>
          <a:prstGeom prst="rect">
            <a:avLst/>
          </a:prstGeom>
        </p:spPr>
        <p:txBody>
          <a:bodyPr/>
          <a:lstStyle/>
          <a:p>
            <a:fld id="{40B6141E-5A4F-49D6-AE44-C45DF57C308E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541664" y="20019565"/>
            <a:ext cx="3608487" cy="1149974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551093" y="20019565"/>
            <a:ext cx="2405658" cy="1149974"/>
          </a:xfrm>
          <a:prstGeom prst="rect">
            <a:avLst/>
          </a:prstGeom>
        </p:spPr>
        <p:txBody>
          <a:bodyPr/>
          <a:lstStyle/>
          <a:p>
            <a:fld id="{78B65356-470F-4C43-AACA-13CD9EF81C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139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1439969"/>
            <a:ext cx="3448388" cy="5039889"/>
          </a:xfrm>
          <a:prstGeom prst="rect">
            <a:avLst/>
          </a:prstGeom>
        </p:spPr>
        <p:txBody>
          <a:bodyPr anchor="b"/>
          <a:lstStyle>
            <a:lvl1pPr>
              <a:defRPr sz="374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3109937"/>
            <a:ext cx="5412730" cy="15349662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742"/>
            </a:lvl1pPr>
            <a:lvl2pPr marL="534604" indent="0">
              <a:buNone/>
              <a:defRPr sz="3274"/>
            </a:lvl2pPr>
            <a:lvl3pPr marL="1069208" indent="0">
              <a:buNone/>
              <a:defRPr sz="2806"/>
            </a:lvl3pPr>
            <a:lvl4pPr marL="1603812" indent="0">
              <a:buNone/>
              <a:defRPr sz="2339"/>
            </a:lvl4pPr>
            <a:lvl5pPr marL="2138416" indent="0">
              <a:buNone/>
              <a:defRPr sz="2339"/>
            </a:lvl5pPr>
            <a:lvl6pPr marL="2673020" indent="0">
              <a:buNone/>
              <a:defRPr sz="2339"/>
            </a:lvl6pPr>
            <a:lvl7pPr marL="3207624" indent="0">
              <a:buNone/>
              <a:defRPr sz="2339"/>
            </a:lvl7pPr>
            <a:lvl8pPr marL="3742228" indent="0">
              <a:buNone/>
              <a:defRPr sz="2339"/>
            </a:lvl8pPr>
            <a:lvl9pPr marL="4276832" indent="0">
              <a:buNone/>
              <a:defRPr sz="233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6479857"/>
            <a:ext cx="3448388" cy="120047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71"/>
            </a:lvl1pPr>
            <a:lvl2pPr marL="534604" indent="0">
              <a:buNone/>
              <a:defRPr sz="1637"/>
            </a:lvl2pPr>
            <a:lvl3pPr marL="1069208" indent="0">
              <a:buNone/>
              <a:defRPr sz="1403"/>
            </a:lvl3pPr>
            <a:lvl4pPr marL="1603812" indent="0">
              <a:buNone/>
              <a:defRPr sz="1169"/>
            </a:lvl4pPr>
            <a:lvl5pPr marL="2138416" indent="0">
              <a:buNone/>
              <a:defRPr sz="1169"/>
            </a:lvl5pPr>
            <a:lvl6pPr marL="2673020" indent="0">
              <a:buNone/>
              <a:defRPr sz="1169"/>
            </a:lvl6pPr>
            <a:lvl7pPr marL="3207624" indent="0">
              <a:buNone/>
              <a:defRPr sz="1169"/>
            </a:lvl7pPr>
            <a:lvl8pPr marL="3742228" indent="0">
              <a:buNone/>
              <a:defRPr sz="1169"/>
            </a:lvl8pPr>
            <a:lvl9pPr marL="4276832" indent="0">
              <a:buNone/>
              <a:defRPr sz="116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5062" y="20019565"/>
            <a:ext cx="2405658" cy="1149974"/>
          </a:xfrm>
          <a:prstGeom prst="rect">
            <a:avLst/>
          </a:prstGeom>
        </p:spPr>
        <p:txBody>
          <a:bodyPr/>
          <a:lstStyle/>
          <a:p>
            <a:fld id="{40B6141E-5A4F-49D6-AE44-C45DF57C308E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541664" y="20019565"/>
            <a:ext cx="3608487" cy="1149974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551093" y="20019565"/>
            <a:ext cx="2405658" cy="1149974"/>
          </a:xfrm>
          <a:prstGeom prst="rect">
            <a:avLst/>
          </a:prstGeom>
        </p:spPr>
        <p:txBody>
          <a:bodyPr/>
          <a:lstStyle/>
          <a:p>
            <a:fld id="{78B65356-470F-4C43-AACA-13CD9EF81C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0613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5063" y="1149981"/>
            <a:ext cx="9221689" cy="4174909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5749874"/>
            <a:ext cx="9221689" cy="13704701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5062" y="20019565"/>
            <a:ext cx="2405658" cy="1149974"/>
          </a:xfrm>
          <a:prstGeom prst="rect">
            <a:avLst/>
          </a:prstGeom>
        </p:spPr>
        <p:txBody>
          <a:bodyPr/>
          <a:lstStyle/>
          <a:p>
            <a:fld id="{40B6141E-5A4F-49D6-AE44-C45DF57C308E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541664" y="20019565"/>
            <a:ext cx="3608487" cy="1149974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551093" y="20019565"/>
            <a:ext cx="2405658" cy="1149974"/>
          </a:xfrm>
          <a:prstGeom prst="rect">
            <a:avLst/>
          </a:prstGeom>
        </p:spPr>
        <p:txBody>
          <a:bodyPr/>
          <a:lstStyle/>
          <a:p>
            <a:fld id="{78B65356-470F-4C43-AACA-13CD9EF81C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8790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1149975"/>
            <a:ext cx="2305422" cy="18304599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4" y="1149975"/>
            <a:ext cx="6782619" cy="1830459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5062" y="20019565"/>
            <a:ext cx="2405658" cy="1149974"/>
          </a:xfrm>
          <a:prstGeom prst="rect">
            <a:avLst/>
          </a:prstGeom>
        </p:spPr>
        <p:txBody>
          <a:bodyPr/>
          <a:lstStyle/>
          <a:p>
            <a:fld id="{40B6141E-5A4F-49D6-AE44-C45DF57C308E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541664" y="20019565"/>
            <a:ext cx="3608487" cy="1149974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551093" y="20019565"/>
            <a:ext cx="2405658" cy="1149974"/>
          </a:xfrm>
          <a:prstGeom prst="rect">
            <a:avLst/>
          </a:prstGeom>
        </p:spPr>
        <p:txBody>
          <a:bodyPr/>
          <a:lstStyle/>
          <a:p>
            <a:fld id="{78B65356-470F-4C43-AACA-13CD9EF81C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6447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3275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69208" rtl="0" eaLnBrk="1" latinLnBrk="1" hangingPunct="1">
        <a:lnSpc>
          <a:spcPct val="90000"/>
        </a:lnSpc>
        <a:spcBef>
          <a:spcPct val="0"/>
        </a:spcBef>
        <a:buNone/>
        <a:defRPr sz="514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7302" indent="-267302" algn="l" defTabSz="1069208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3274" kern="1200">
          <a:solidFill>
            <a:schemeClr val="tx1"/>
          </a:solidFill>
          <a:latin typeface="+mn-lt"/>
          <a:ea typeface="+mn-ea"/>
          <a:cs typeface="+mn-cs"/>
        </a:defRPr>
      </a:lvl1pPr>
      <a:lvl2pPr marL="801906" indent="-267302" algn="l" defTabSz="1069208" rtl="0" eaLnBrk="1" latinLnBrk="1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2pPr>
      <a:lvl3pPr marL="1336510" indent="-267302" algn="l" defTabSz="1069208" rtl="0" eaLnBrk="1" latinLnBrk="1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339" kern="1200">
          <a:solidFill>
            <a:schemeClr val="tx1"/>
          </a:solidFill>
          <a:latin typeface="+mn-lt"/>
          <a:ea typeface="+mn-ea"/>
          <a:cs typeface="+mn-cs"/>
        </a:defRPr>
      </a:lvl3pPr>
      <a:lvl4pPr marL="1871114" indent="-267302" algn="l" defTabSz="1069208" rtl="0" eaLnBrk="1" latinLnBrk="1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4pPr>
      <a:lvl5pPr marL="2405718" indent="-267302" algn="l" defTabSz="1069208" rtl="0" eaLnBrk="1" latinLnBrk="1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5pPr>
      <a:lvl6pPr marL="2940322" indent="-267302" algn="l" defTabSz="1069208" rtl="0" eaLnBrk="1" latinLnBrk="1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6pPr>
      <a:lvl7pPr marL="3474926" indent="-267302" algn="l" defTabSz="1069208" rtl="0" eaLnBrk="1" latinLnBrk="1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7pPr>
      <a:lvl8pPr marL="4009530" indent="-267302" algn="l" defTabSz="1069208" rtl="0" eaLnBrk="1" latinLnBrk="1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8pPr>
      <a:lvl9pPr marL="4544134" indent="-267302" algn="l" defTabSz="1069208" rtl="0" eaLnBrk="1" latinLnBrk="1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69208" rtl="0" eaLnBrk="1" latinLnBrk="1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1pPr>
      <a:lvl2pPr marL="534604" algn="l" defTabSz="1069208" rtl="0" eaLnBrk="1" latinLnBrk="1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2pPr>
      <a:lvl3pPr marL="1069208" algn="l" defTabSz="1069208" rtl="0" eaLnBrk="1" latinLnBrk="1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3pPr>
      <a:lvl4pPr marL="1603812" algn="l" defTabSz="1069208" rtl="0" eaLnBrk="1" latinLnBrk="1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4pPr>
      <a:lvl5pPr marL="2138416" algn="l" defTabSz="1069208" rtl="0" eaLnBrk="1" latinLnBrk="1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5pPr>
      <a:lvl6pPr marL="2673020" algn="l" defTabSz="1069208" rtl="0" eaLnBrk="1" latinLnBrk="1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6pPr>
      <a:lvl7pPr marL="3207624" algn="l" defTabSz="1069208" rtl="0" eaLnBrk="1" latinLnBrk="1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7pPr>
      <a:lvl8pPr marL="3742228" algn="l" defTabSz="1069208" rtl="0" eaLnBrk="1" latinLnBrk="1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8pPr>
      <a:lvl9pPr marL="4276832" algn="l" defTabSz="1069208" rtl="0" eaLnBrk="1" latinLnBrk="1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803" userDrawn="1">
          <p15:clr>
            <a:srgbClr val="F26B43"/>
          </p15:clr>
        </p15:guide>
        <p15:guide id="2" pos="336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FAC5A0BE-9246-5AE6-A51B-146DF961519D}"/>
              </a:ext>
            </a:extLst>
          </p:cNvPr>
          <p:cNvGrpSpPr/>
          <p:nvPr/>
        </p:nvGrpSpPr>
        <p:grpSpPr>
          <a:xfrm>
            <a:off x="27071" y="6483271"/>
            <a:ext cx="10691814" cy="15116254"/>
            <a:chOff x="0" y="3096"/>
            <a:chExt cx="10691814" cy="15116254"/>
          </a:xfrm>
          <a:solidFill>
            <a:schemeClr val="bg1"/>
          </a:solidFill>
        </p:grpSpPr>
        <p:sp>
          <p:nvSpPr>
            <p:cNvPr id="3" name="자유형: 도형 2">
              <a:extLst>
                <a:ext uri="{FF2B5EF4-FFF2-40B4-BE49-F238E27FC236}">
                  <a16:creationId xmlns:a16="http://schemas.microsoft.com/office/drawing/2014/main" id="{A9475365-29BE-7090-6FDB-AF3BA133E8EA}"/>
                </a:ext>
              </a:extLst>
            </p:cNvPr>
            <p:cNvSpPr>
              <a:spLocks/>
            </p:cNvSpPr>
            <p:nvPr/>
          </p:nvSpPr>
          <p:spPr>
            <a:xfrm flipV="1">
              <a:off x="9549297" y="3096"/>
              <a:ext cx="1142517" cy="533400"/>
            </a:xfrm>
            <a:custGeom>
              <a:avLst/>
              <a:gdLst>
                <a:gd name="connsiteX0" fmla="*/ 533400 w 1142517"/>
                <a:gd name="connsiteY0" fmla="*/ 533400 h 533400"/>
                <a:gd name="connsiteX1" fmla="*/ 1142517 w 1142517"/>
                <a:gd name="connsiteY1" fmla="*/ 533400 h 533400"/>
                <a:gd name="connsiteX2" fmla="*/ 1142517 w 1142517"/>
                <a:gd name="connsiteY2" fmla="*/ 5784 h 533400"/>
                <a:gd name="connsiteX3" fmla="*/ 1136733 w 1142517"/>
                <a:gd name="connsiteY3" fmla="*/ 0 h 533400"/>
                <a:gd name="connsiteX4" fmla="*/ 0 w 1142517"/>
                <a:gd name="connsiteY4" fmla="*/ 0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2517" h="533400">
                  <a:moveTo>
                    <a:pt x="533400" y="533400"/>
                  </a:moveTo>
                  <a:lnTo>
                    <a:pt x="1142517" y="533400"/>
                  </a:lnTo>
                  <a:lnTo>
                    <a:pt x="1142517" y="5784"/>
                  </a:lnTo>
                  <a:lnTo>
                    <a:pt x="11367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CC235492-45EE-60F1-B0FB-5BC3E75BA546}"/>
                </a:ext>
              </a:extLst>
            </p:cNvPr>
            <p:cNvSpPr>
              <a:spLocks/>
            </p:cNvSpPr>
            <p:nvPr/>
          </p:nvSpPr>
          <p:spPr>
            <a:xfrm>
              <a:off x="867656" y="3772866"/>
              <a:ext cx="8951589" cy="757361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4179F41-5C99-8CEE-0911-CB2F3BBE3342}"/>
                </a:ext>
              </a:extLst>
            </p:cNvPr>
            <p:cNvSpPr txBox="1">
              <a:spLocks/>
            </p:cNvSpPr>
            <p:nvPr/>
          </p:nvSpPr>
          <p:spPr>
            <a:xfrm>
              <a:off x="723146" y="11674669"/>
              <a:ext cx="9191382" cy="13542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200" dirty="0">
                  <a:latin typeface="나눔스퀘어 네오 OTF Regular" panose="00000500000000000000" pitchFamily="50" charset="-127"/>
                  <a:ea typeface="나눔스퀘어 네오 OTF Regular" panose="00000500000000000000" pitchFamily="50" charset="-127"/>
                </a:rPr>
                <a:t>말로하는 안전보다</a:t>
              </a:r>
              <a:endParaRPr lang="en-US" altLang="ko-KR" sz="820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6C3C97E-2CEB-49FE-AE09-1066DBCF11FD}"/>
                </a:ext>
              </a:extLst>
            </p:cNvPr>
            <p:cNvSpPr txBox="1">
              <a:spLocks/>
            </p:cNvSpPr>
            <p:nvPr/>
          </p:nvSpPr>
          <p:spPr>
            <a:xfrm>
              <a:off x="862145" y="12978227"/>
              <a:ext cx="8967519" cy="13542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8200" b="1" dirty="0">
                  <a:latin typeface="나눔스퀘어 네오 OTF Heavy" panose="00000A00000000000000" pitchFamily="50" charset="-127"/>
                  <a:ea typeface="나눔스퀘어 네오 OTF Heavy" panose="00000A00000000000000" pitchFamily="50" charset="-127"/>
                </a:rPr>
                <a:t>실천하는 안전점검</a:t>
              </a:r>
              <a:endParaRPr lang="en-US" altLang="ko-KR" sz="8200" b="1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E98B7FC-9317-BDF8-A329-6B3F2FC5EC12}"/>
                </a:ext>
              </a:extLst>
            </p:cNvPr>
            <p:cNvSpPr txBox="1">
              <a:spLocks/>
            </p:cNvSpPr>
            <p:nvPr/>
          </p:nvSpPr>
          <p:spPr>
            <a:xfrm>
              <a:off x="2721527" y="4410983"/>
              <a:ext cx="5238935" cy="707886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4000" b="1" dirty="0">
                  <a:latin typeface="나눔스퀘어 네오 OTF Regular" panose="00000500000000000000" pitchFamily="50" charset="-127"/>
                  <a:ea typeface="나눔스퀘어 네오 OTF Regular" panose="00000500000000000000" pitchFamily="50" charset="-127"/>
                </a:rPr>
                <a:t>무재해･무사고 기록판</a:t>
              </a:r>
              <a:endParaRPr lang="en-US" altLang="ko-KR" sz="4000" b="1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0BE8F85-7BEB-D770-8EAE-B2F9D93E323B}"/>
                </a:ext>
              </a:extLst>
            </p:cNvPr>
            <p:cNvSpPr txBox="1">
              <a:spLocks/>
            </p:cNvSpPr>
            <p:nvPr/>
          </p:nvSpPr>
          <p:spPr>
            <a:xfrm>
              <a:off x="1377159" y="5549811"/>
              <a:ext cx="2954655" cy="1200329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ko-KR" altLang="en-US" sz="7200" b="1" dirty="0">
                  <a:latin typeface="나눔스퀘어 네오 OTF ExtraBold" panose="00000900000000000000" pitchFamily="50" charset="-127"/>
                  <a:ea typeface="나눔스퀘어 네오 OTF ExtraBold" panose="00000900000000000000" pitchFamily="50" charset="-127"/>
                </a:rPr>
                <a:t>목표일</a:t>
              </a:r>
              <a:endParaRPr lang="en-US" altLang="ko-KR" sz="7200" b="1" dirty="0"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A96295D-242B-80E0-BAE8-51F5BF1D0F1F}"/>
                </a:ext>
              </a:extLst>
            </p:cNvPr>
            <p:cNvSpPr txBox="1">
              <a:spLocks/>
            </p:cNvSpPr>
            <p:nvPr/>
          </p:nvSpPr>
          <p:spPr>
            <a:xfrm>
              <a:off x="1377159" y="6959511"/>
              <a:ext cx="2954655" cy="1200329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ko-KR" altLang="en-US" sz="7200" b="1" dirty="0">
                  <a:latin typeface="나눔스퀘어 네오 OTF ExtraBold" panose="00000900000000000000" pitchFamily="50" charset="-127"/>
                  <a:ea typeface="나눔스퀘어 네오 OTF ExtraBold" panose="00000900000000000000" pitchFamily="50" charset="-127"/>
                </a:rPr>
                <a:t>달성일</a:t>
              </a:r>
              <a:endParaRPr lang="en-US" altLang="ko-KR" sz="7200" b="1" dirty="0"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973DAFE-7072-C722-20E0-A2CFEBF94694}"/>
                </a:ext>
              </a:extLst>
            </p:cNvPr>
            <p:cNvSpPr txBox="1">
              <a:spLocks/>
            </p:cNvSpPr>
            <p:nvPr/>
          </p:nvSpPr>
          <p:spPr>
            <a:xfrm>
              <a:off x="1377159" y="8597811"/>
              <a:ext cx="1415772" cy="830997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ko-KR" altLang="en-US" sz="4800" b="1" dirty="0">
                  <a:latin typeface="나눔스퀘어 네오 OTF ExtraBold" panose="00000900000000000000" pitchFamily="50" charset="-127"/>
                  <a:ea typeface="나눔스퀘어 네오 OTF ExtraBold" panose="00000900000000000000" pitchFamily="50" charset="-127"/>
                </a:rPr>
                <a:t>시작</a:t>
              </a:r>
              <a:endParaRPr lang="en-US" altLang="ko-KR" sz="4800" b="1" dirty="0"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74FD064-EFFD-0CD8-A023-3C89C5F5A34E}"/>
                </a:ext>
              </a:extLst>
            </p:cNvPr>
            <p:cNvSpPr txBox="1">
              <a:spLocks/>
            </p:cNvSpPr>
            <p:nvPr/>
          </p:nvSpPr>
          <p:spPr>
            <a:xfrm>
              <a:off x="1377159" y="9988461"/>
              <a:ext cx="1415772" cy="830997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ko-KR" altLang="en-US" sz="4800" b="1" dirty="0">
                  <a:latin typeface="나눔스퀘어 네오 OTF ExtraBold" panose="00000900000000000000" pitchFamily="50" charset="-127"/>
                  <a:ea typeface="나눔스퀘어 네오 OTF ExtraBold" panose="00000900000000000000" pitchFamily="50" charset="-127"/>
                </a:rPr>
                <a:t>현재</a:t>
              </a:r>
              <a:endParaRPr lang="en-US" altLang="ko-KR" sz="4800" b="1" dirty="0"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32B00DA-1784-7358-C382-2B6BA30E95AB}"/>
                </a:ext>
              </a:extLst>
            </p:cNvPr>
            <p:cNvSpPr txBox="1">
              <a:spLocks/>
            </p:cNvSpPr>
            <p:nvPr/>
          </p:nvSpPr>
          <p:spPr>
            <a:xfrm>
              <a:off x="1151937" y="856350"/>
              <a:ext cx="3199915" cy="16312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dist"/>
              <a:r>
                <a:rPr lang="ko-KR" altLang="en-US" sz="10000" b="1" dirty="0">
                  <a:latin typeface="나눔스퀘어 네오 OTF Heavy" panose="00000A00000000000000" pitchFamily="50" charset="-127"/>
                  <a:ea typeface="나눔스퀘어 네오 OTF Heavy" panose="00000A00000000000000" pitchFamily="50" charset="-127"/>
                </a:rPr>
                <a:t>안 전</a:t>
              </a:r>
              <a:endParaRPr lang="en-US" altLang="ko-KR" sz="10000" b="1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BCCA6D0-7D02-AD9B-3476-DC29795BA4FC}"/>
                </a:ext>
              </a:extLst>
            </p:cNvPr>
            <p:cNvSpPr txBox="1">
              <a:spLocks/>
            </p:cNvSpPr>
            <p:nvPr/>
          </p:nvSpPr>
          <p:spPr>
            <a:xfrm>
              <a:off x="6349381" y="856350"/>
              <a:ext cx="3199915" cy="16312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dist"/>
              <a:r>
                <a:rPr lang="ko-KR" altLang="en-US" sz="10000" b="1" dirty="0">
                  <a:latin typeface="나눔스퀘어 네오 OTF Heavy" panose="00000A00000000000000" pitchFamily="50" charset="-127"/>
                  <a:ea typeface="나눔스퀘어 네오 OTF Heavy" panose="00000A00000000000000" pitchFamily="50" charset="-127"/>
                </a:rPr>
                <a:t>제 일</a:t>
              </a:r>
              <a:endParaRPr lang="en-US" altLang="ko-KR" sz="10000" b="1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endParaRPr>
            </a:p>
          </p:txBody>
        </p: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4450EF60-CB5E-1E67-8A79-257EBBEAABCB}"/>
                </a:ext>
              </a:extLst>
            </p:cNvPr>
            <p:cNvGrpSpPr/>
            <p:nvPr/>
          </p:nvGrpSpPr>
          <p:grpSpPr>
            <a:xfrm>
              <a:off x="4674540" y="890979"/>
              <a:ext cx="1332911" cy="1332911"/>
              <a:chOff x="4674540" y="890979"/>
              <a:chExt cx="1332911" cy="1332911"/>
            </a:xfrm>
            <a:grpFill/>
          </p:grpSpPr>
          <p:sp>
            <p:nvSpPr>
              <p:cNvPr id="35" name="원형: 비어 있음 34">
                <a:extLst>
                  <a:ext uri="{FF2B5EF4-FFF2-40B4-BE49-F238E27FC236}">
                    <a16:creationId xmlns:a16="http://schemas.microsoft.com/office/drawing/2014/main" id="{7A237A75-387B-69A8-9443-0E53055170B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674540" y="890979"/>
                <a:ext cx="1332911" cy="1332911"/>
              </a:xfrm>
              <a:prstGeom prst="donut">
                <a:avLst>
                  <a:gd name="adj" fmla="val 14117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십자형 35">
                <a:extLst>
                  <a:ext uri="{FF2B5EF4-FFF2-40B4-BE49-F238E27FC236}">
                    <a16:creationId xmlns:a16="http://schemas.microsoft.com/office/drawing/2014/main" id="{D49414F3-117E-E716-45D6-259EAF63F2D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062189" y="1274510"/>
                <a:ext cx="565847" cy="565847"/>
              </a:xfrm>
              <a:prstGeom prst="plus">
                <a:avLst>
                  <a:gd name="adj" fmla="val 33042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</p:grpSp>
        <p:sp>
          <p:nvSpPr>
            <p:cNvPr id="17" name="자유형: 도형 16">
              <a:extLst>
                <a:ext uri="{FF2B5EF4-FFF2-40B4-BE49-F238E27FC236}">
                  <a16:creationId xmlns:a16="http://schemas.microsoft.com/office/drawing/2014/main" id="{08EE6CA9-BD3D-0932-3284-F96F8C04857D}"/>
                </a:ext>
              </a:extLst>
            </p:cNvPr>
            <p:cNvSpPr>
              <a:spLocks/>
            </p:cNvSpPr>
            <p:nvPr/>
          </p:nvSpPr>
          <p:spPr>
            <a:xfrm flipV="1">
              <a:off x="7161972" y="3096"/>
              <a:ext cx="1670132" cy="533400"/>
            </a:xfrm>
            <a:custGeom>
              <a:avLst/>
              <a:gdLst>
                <a:gd name="connsiteX0" fmla="*/ 0 w 1670132"/>
                <a:gd name="connsiteY0" fmla="*/ 0 h 533400"/>
                <a:gd name="connsiteX1" fmla="*/ 1136733 w 1670132"/>
                <a:gd name="connsiteY1" fmla="*/ 0 h 533400"/>
                <a:gd name="connsiteX2" fmla="*/ 1670132 w 1670132"/>
                <a:gd name="connsiteY2" fmla="*/ 533400 h 533400"/>
                <a:gd name="connsiteX3" fmla="*/ 533400 w 1670132"/>
                <a:gd name="connsiteY3" fmla="*/ 533400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70132" h="533400">
                  <a:moveTo>
                    <a:pt x="0" y="0"/>
                  </a:moveTo>
                  <a:lnTo>
                    <a:pt x="1136733" y="0"/>
                  </a:lnTo>
                  <a:lnTo>
                    <a:pt x="1670132" y="533400"/>
                  </a:lnTo>
                  <a:lnTo>
                    <a:pt x="533400" y="5334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8" name="자유형: 도형 17">
              <a:extLst>
                <a:ext uri="{FF2B5EF4-FFF2-40B4-BE49-F238E27FC236}">
                  <a16:creationId xmlns:a16="http://schemas.microsoft.com/office/drawing/2014/main" id="{D7E17648-FED5-FA2E-90E2-44A823CD31EA}"/>
                </a:ext>
              </a:extLst>
            </p:cNvPr>
            <p:cNvSpPr>
              <a:spLocks/>
            </p:cNvSpPr>
            <p:nvPr/>
          </p:nvSpPr>
          <p:spPr>
            <a:xfrm flipV="1">
              <a:off x="4774648" y="3096"/>
              <a:ext cx="1670132" cy="533400"/>
            </a:xfrm>
            <a:custGeom>
              <a:avLst/>
              <a:gdLst>
                <a:gd name="connsiteX0" fmla="*/ 0 w 1670132"/>
                <a:gd name="connsiteY0" fmla="*/ 0 h 533400"/>
                <a:gd name="connsiteX1" fmla="*/ 1136733 w 1670132"/>
                <a:gd name="connsiteY1" fmla="*/ 0 h 533400"/>
                <a:gd name="connsiteX2" fmla="*/ 1670132 w 1670132"/>
                <a:gd name="connsiteY2" fmla="*/ 533400 h 533400"/>
                <a:gd name="connsiteX3" fmla="*/ 533400 w 1670132"/>
                <a:gd name="connsiteY3" fmla="*/ 533400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70132" h="533400">
                  <a:moveTo>
                    <a:pt x="0" y="0"/>
                  </a:moveTo>
                  <a:lnTo>
                    <a:pt x="1136733" y="0"/>
                  </a:lnTo>
                  <a:lnTo>
                    <a:pt x="1670132" y="533400"/>
                  </a:lnTo>
                  <a:lnTo>
                    <a:pt x="533400" y="5334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9" name="자유형: 도형 18">
              <a:extLst>
                <a:ext uri="{FF2B5EF4-FFF2-40B4-BE49-F238E27FC236}">
                  <a16:creationId xmlns:a16="http://schemas.microsoft.com/office/drawing/2014/main" id="{DE304219-F327-38C6-6E2F-32221C3ECC71}"/>
                </a:ext>
              </a:extLst>
            </p:cNvPr>
            <p:cNvSpPr>
              <a:spLocks/>
            </p:cNvSpPr>
            <p:nvPr/>
          </p:nvSpPr>
          <p:spPr>
            <a:xfrm flipV="1">
              <a:off x="2387324" y="3096"/>
              <a:ext cx="1670132" cy="533400"/>
            </a:xfrm>
            <a:custGeom>
              <a:avLst/>
              <a:gdLst>
                <a:gd name="connsiteX0" fmla="*/ 0 w 1670132"/>
                <a:gd name="connsiteY0" fmla="*/ 0 h 533400"/>
                <a:gd name="connsiteX1" fmla="*/ 1136733 w 1670132"/>
                <a:gd name="connsiteY1" fmla="*/ 0 h 533400"/>
                <a:gd name="connsiteX2" fmla="*/ 1670132 w 1670132"/>
                <a:gd name="connsiteY2" fmla="*/ 533400 h 533400"/>
                <a:gd name="connsiteX3" fmla="*/ 533400 w 1670132"/>
                <a:gd name="connsiteY3" fmla="*/ 533400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70132" h="533400">
                  <a:moveTo>
                    <a:pt x="0" y="0"/>
                  </a:moveTo>
                  <a:lnTo>
                    <a:pt x="1136733" y="0"/>
                  </a:lnTo>
                  <a:lnTo>
                    <a:pt x="1670132" y="533400"/>
                  </a:lnTo>
                  <a:lnTo>
                    <a:pt x="533400" y="5334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23" name="자유형: 도형 22">
              <a:extLst>
                <a:ext uri="{FF2B5EF4-FFF2-40B4-BE49-F238E27FC236}">
                  <a16:creationId xmlns:a16="http://schemas.microsoft.com/office/drawing/2014/main" id="{30597B24-D022-E600-F29E-084BB97F9500}"/>
                </a:ext>
              </a:extLst>
            </p:cNvPr>
            <p:cNvSpPr>
              <a:spLocks/>
            </p:cNvSpPr>
            <p:nvPr/>
          </p:nvSpPr>
          <p:spPr>
            <a:xfrm flipV="1">
              <a:off x="0" y="3096"/>
              <a:ext cx="1670132" cy="533400"/>
            </a:xfrm>
            <a:custGeom>
              <a:avLst/>
              <a:gdLst>
                <a:gd name="connsiteX0" fmla="*/ 0 w 1670132"/>
                <a:gd name="connsiteY0" fmla="*/ 0 h 533400"/>
                <a:gd name="connsiteX1" fmla="*/ 1136733 w 1670132"/>
                <a:gd name="connsiteY1" fmla="*/ 0 h 533400"/>
                <a:gd name="connsiteX2" fmla="*/ 1670132 w 1670132"/>
                <a:gd name="connsiteY2" fmla="*/ 533400 h 533400"/>
                <a:gd name="connsiteX3" fmla="*/ 533400 w 1670132"/>
                <a:gd name="connsiteY3" fmla="*/ 533400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70132" h="533400">
                  <a:moveTo>
                    <a:pt x="0" y="0"/>
                  </a:moveTo>
                  <a:lnTo>
                    <a:pt x="1136733" y="0"/>
                  </a:lnTo>
                  <a:lnTo>
                    <a:pt x="1670132" y="533400"/>
                  </a:lnTo>
                  <a:lnTo>
                    <a:pt x="533400" y="5334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27" name="자유형: 도형 26">
              <a:extLst>
                <a:ext uri="{FF2B5EF4-FFF2-40B4-BE49-F238E27FC236}">
                  <a16:creationId xmlns:a16="http://schemas.microsoft.com/office/drawing/2014/main" id="{E821A63C-15F6-052F-3ED1-F59736CACFF3}"/>
                </a:ext>
              </a:extLst>
            </p:cNvPr>
            <p:cNvSpPr>
              <a:spLocks/>
            </p:cNvSpPr>
            <p:nvPr/>
          </p:nvSpPr>
          <p:spPr>
            <a:xfrm flipV="1">
              <a:off x="9549297" y="14585950"/>
              <a:ext cx="1142517" cy="533400"/>
            </a:xfrm>
            <a:custGeom>
              <a:avLst/>
              <a:gdLst>
                <a:gd name="connsiteX0" fmla="*/ 533400 w 1142517"/>
                <a:gd name="connsiteY0" fmla="*/ 533400 h 533400"/>
                <a:gd name="connsiteX1" fmla="*/ 1142517 w 1142517"/>
                <a:gd name="connsiteY1" fmla="*/ 533400 h 533400"/>
                <a:gd name="connsiteX2" fmla="*/ 1142517 w 1142517"/>
                <a:gd name="connsiteY2" fmla="*/ 5784 h 533400"/>
                <a:gd name="connsiteX3" fmla="*/ 1136733 w 1142517"/>
                <a:gd name="connsiteY3" fmla="*/ 0 h 533400"/>
                <a:gd name="connsiteX4" fmla="*/ 0 w 1142517"/>
                <a:gd name="connsiteY4" fmla="*/ 0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2517" h="533400">
                  <a:moveTo>
                    <a:pt x="533400" y="533400"/>
                  </a:moveTo>
                  <a:lnTo>
                    <a:pt x="1142517" y="533400"/>
                  </a:lnTo>
                  <a:lnTo>
                    <a:pt x="1142517" y="5784"/>
                  </a:lnTo>
                  <a:lnTo>
                    <a:pt x="11367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28" name="자유형: 도형 27">
              <a:extLst>
                <a:ext uri="{FF2B5EF4-FFF2-40B4-BE49-F238E27FC236}">
                  <a16:creationId xmlns:a16="http://schemas.microsoft.com/office/drawing/2014/main" id="{34D26D97-7D26-1952-25EB-270F6E4E642F}"/>
                </a:ext>
              </a:extLst>
            </p:cNvPr>
            <p:cNvSpPr>
              <a:spLocks/>
            </p:cNvSpPr>
            <p:nvPr/>
          </p:nvSpPr>
          <p:spPr>
            <a:xfrm flipV="1">
              <a:off x="7161972" y="14585950"/>
              <a:ext cx="1670132" cy="533400"/>
            </a:xfrm>
            <a:custGeom>
              <a:avLst/>
              <a:gdLst>
                <a:gd name="connsiteX0" fmla="*/ 0 w 1670132"/>
                <a:gd name="connsiteY0" fmla="*/ 0 h 533400"/>
                <a:gd name="connsiteX1" fmla="*/ 1136733 w 1670132"/>
                <a:gd name="connsiteY1" fmla="*/ 0 h 533400"/>
                <a:gd name="connsiteX2" fmla="*/ 1670132 w 1670132"/>
                <a:gd name="connsiteY2" fmla="*/ 533400 h 533400"/>
                <a:gd name="connsiteX3" fmla="*/ 533400 w 1670132"/>
                <a:gd name="connsiteY3" fmla="*/ 533400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70132" h="533400">
                  <a:moveTo>
                    <a:pt x="0" y="0"/>
                  </a:moveTo>
                  <a:lnTo>
                    <a:pt x="1136733" y="0"/>
                  </a:lnTo>
                  <a:lnTo>
                    <a:pt x="1670132" y="533400"/>
                  </a:lnTo>
                  <a:lnTo>
                    <a:pt x="533400" y="5334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29" name="자유형: 도형 28">
              <a:extLst>
                <a:ext uri="{FF2B5EF4-FFF2-40B4-BE49-F238E27FC236}">
                  <a16:creationId xmlns:a16="http://schemas.microsoft.com/office/drawing/2014/main" id="{14764729-62A5-FEF8-DA8B-F2E32E415FF4}"/>
                </a:ext>
              </a:extLst>
            </p:cNvPr>
            <p:cNvSpPr>
              <a:spLocks/>
            </p:cNvSpPr>
            <p:nvPr/>
          </p:nvSpPr>
          <p:spPr>
            <a:xfrm flipV="1">
              <a:off x="4774648" y="14585950"/>
              <a:ext cx="1670132" cy="533400"/>
            </a:xfrm>
            <a:custGeom>
              <a:avLst/>
              <a:gdLst>
                <a:gd name="connsiteX0" fmla="*/ 0 w 1670132"/>
                <a:gd name="connsiteY0" fmla="*/ 0 h 533400"/>
                <a:gd name="connsiteX1" fmla="*/ 1136733 w 1670132"/>
                <a:gd name="connsiteY1" fmla="*/ 0 h 533400"/>
                <a:gd name="connsiteX2" fmla="*/ 1670132 w 1670132"/>
                <a:gd name="connsiteY2" fmla="*/ 533400 h 533400"/>
                <a:gd name="connsiteX3" fmla="*/ 533400 w 1670132"/>
                <a:gd name="connsiteY3" fmla="*/ 533400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70132" h="533400">
                  <a:moveTo>
                    <a:pt x="0" y="0"/>
                  </a:moveTo>
                  <a:lnTo>
                    <a:pt x="1136733" y="0"/>
                  </a:lnTo>
                  <a:lnTo>
                    <a:pt x="1670132" y="533400"/>
                  </a:lnTo>
                  <a:lnTo>
                    <a:pt x="533400" y="5334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30" name="자유형: 도형 29">
              <a:extLst>
                <a:ext uri="{FF2B5EF4-FFF2-40B4-BE49-F238E27FC236}">
                  <a16:creationId xmlns:a16="http://schemas.microsoft.com/office/drawing/2014/main" id="{C9D20696-4616-DF7E-303F-80BF4B0C5404}"/>
                </a:ext>
              </a:extLst>
            </p:cNvPr>
            <p:cNvSpPr>
              <a:spLocks/>
            </p:cNvSpPr>
            <p:nvPr/>
          </p:nvSpPr>
          <p:spPr>
            <a:xfrm flipV="1">
              <a:off x="2387324" y="14585950"/>
              <a:ext cx="1670132" cy="533400"/>
            </a:xfrm>
            <a:custGeom>
              <a:avLst/>
              <a:gdLst>
                <a:gd name="connsiteX0" fmla="*/ 0 w 1670132"/>
                <a:gd name="connsiteY0" fmla="*/ 0 h 533400"/>
                <a:gd name="connsiteX1" fmla="*/ 1136733 w 1670132"/>
                <a:gd name="connsiteY1" fmla="*/ 0 h 533400"/>
                <a:gd name="connsiteX2" fmla="*/ 1670132 w 1670132"/>
                <a:gd name="connsiteY2" fmla="*/ 533400 h 533400"/>
                <a:gd name="connsiteX3" fmla="*/ 533400 w 1670132"/>
                <a:gd name="connsiteY3" fmla="*/ 533400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70132" h="533400">
                  <a:moveTo>
                    <a:pt x="0" y="0"/>
                  </a:moveTo>
                  <a:lnTo>
                    <a:pt x="1136733" y="0"/>
                  </a:lnTo>
                  <a:lnTo>
                    <a:pt x="1670132" y="533400"/>
                  </a:lnTo>
                  <a:lnTo>
                    <a:pt x="533400" y="5334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31" name="자유형: 도형 30">
              <a:extLst>
                <a:ext uri="{FF2B5EF4-FFF2-40B4-BE49-F238E27FC236}">
                  <a16:creationId xmlns:a16="http://schemas.microsoft.com/office/drawing/2014/main" id="{66F19BBF-4EC0-3BC2-29FA-24C24833D424}"/>
                </a:ext>
              </a:extLst>
            </p:cNvPr>
            <p:cNvSpPr>
              <a:spLocks/>
            </p:cNvSpPr>
            <p:nvPr/>
          </p:nvSpPr>
          <p:spPr>
            <a:xfrm flipV="1">
              <a:off x="0" y="14585950"/>
              <a:ext cx="1670132" cy="533400"/>
            </a:xfrm>
            <a:custGeom>
              <a:avLst/>
              <a:gdLst>
                <a:gd name="connsiteX0" fmla="*/ 0 w 1670132"/>
                <a:gd name="connsiteY0" fmla="*/ 0 h 533400"/>
                <a:gd name="connsiteX1" fmla="*/ 1136733 w 1670132"/>
                <a:gd name="connsiteY1" fmla="*/ 0 h 533400"/>
                <a:gd name="connsiteX2" fmla="*/ 1670132 w 1670132"/>
                <a:gd name="connsiteY2" fmla="*/ 533400 h 533400"/>
                <a:gd name="connsiteX3" fmla="*/ 533400 w 1670132"/>
                <a:gd name="connsiteY3" fmla="*/ 533400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70132" h="533400">
                  <a:moveTo>
                    <a:pt x="0" y="0"/>
                  </a:moveTo>
                  <a:lnTo>
                    <a:pt x="1136733" y="0"/>
                  </a:lnTo>
                  <a:lnTo>
                    <a:pt x="1670132" y="533400"/>
                  </a:lnTo>
                  <a:lnTo>
                    <a:pt x="533400" y="5334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2567C9C4-462B-8E61-1A05-3AC72738CB6C}"/>
                </a:ext>
              </a:extLst>
            </p:cNvPr>
            <p:cNvGrpSpPr/>
            <p:nvPr/>
          </p:nvGrpSpPr>
          <p:grpSpPr>
            <a:xfrm>
              <a:off x="1328912" y="2363168"/>
              <a:ext cx="8229043" cy="1504240"/>
              <a:chOff x="1822706" y="2363168"/>
              <a:chExt cx="7793227" cy="1424574"/>
            </a:xfrm>
            <a:grpFill/>
          </p:grpSpPr>
          <p:pic>
            <p:nvPicPr>
              <p:cNvPr id="33" name="그림 32">
                <a:extLst>
                  <a:ext uri="{FF2B5EF4-FFF2-40B4-BE49-F238E27FC236}">
                    <a16:creationId xmlns:a16="http://schemas.microsoft.com/office/drawing/2014/main" id="{FE50CFFA-E1D9-79C6-C212-A24AC0A075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biLevel thresh="75000"/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80856"/>
              <a:stretch/>
            </p:blipFill>
            <p:spPr>
              <a:xfrm>
                <a:off x="1822706" y="2662890"/>
                <a:ext cx="929188" cy="825131"/>
              </a:xfrm>
              <a:prstGeom prst="rect">
                <a:avLst/>
              </a:prstGeom>
              <a:noFill/>
            </p:spPr>
          </p:pic>
          <p:pic>
            <p:nvPicPr>
              <p:cNvPr id="34" name="그림 33">
                <a:extLst>
                  <a:ext uri="{FF2B5EF4-FFF2-40B4-BE49-F238E27FC236}">
                    <a16:creationId xmlns:a16="http://schemas.microsoft.com/office/drawing/2014/main" id="{76461FF6-00BB-471E-D7BF-BED02F8198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9144"/>
              <a:stretch/>
            </p:blipFill>
            <p:spPr>
              <a:xfrm>
                <a:off x="2840320" y="2363168"/>
                <a:ext cx="6775613" cy="1424574"/>
              </a:xfrm>
              <a:prstGeom prst="rect">
                <a:avLst/>
              </a:prstGeom>
              <a:noFill/>
            </p:spPr>
          </p:pic>
        </p:grp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8E851924-102F-2196-19DE-10F2A14EE340}"/>
              </a:ext>
            </a:extLst>
          </p:cNvPr>
          <p:cNvSpPr txBox="1"/>
          <p:nvPr/>
        </p:nvSpPr>
        <p:spPr>
          <a:xfrm>
            <a:off x="5949629" y="12029987"/>
            <a:ext cx="336502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7200" b="1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 </a:t>
            </a:r>
            <a:r>
              <a:rPr lang="en-US" altLang="ko-KR" sz="7200" b="1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730 </a:t>
            </a:r>
            <a:r>
              <a:rPr lang="ko-KR" altLang="en-US" sz="7200" b="1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일</a:t>
            </a:r>
            <a:endParaRPr lang="en-US" altLang="ko-KR" sz="7200" b="1" dirty="0"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57D98A8-B958-967F-EBBA-7BE4032604C3}"/>
              </a:ext>
            </a:extLst>
          </p:cNvPr>
          <p:cNvSpPr txBox="1"/>
          <p:nvPr/>
        </p:nvSpPr>
        <p:spPr>
          <a:xfrm>
            <a:off x="6485033" y="13439687"/>
            <a:ext cx="282962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7200" b="1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 </a:t>
            </a:r>
            <a:r>
              <a:rPr lang="en-US" altLang="ko-KR" sz="7200" b="1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51 </a:t>
            </a:r>
            <a:r>
              <a:rPr lang="ko-KR" altLang="en-US" sz="7200" b="1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일</a:t>
            </a:r>
            <a:endParaRPr lang="en-US" altLang="ko-KR" sz="7200" b="1" dirty="0"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00DA1E6-7EFE-9B38-E11C-79B86BCCB8D8}"/>
              </a:ext>
            </a:extLst>
          </p:cNvPr>
          <p:cNvSpPr txBox="1"/>
          <p:nvPr/>
        </p:nvSpPr>
        <p:spPr>
          <a:xfrm>
            <a:off x="3352316" y="15077987"/>
            <a:ext cx="244650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4800" b="1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2026 </a:t>
            </a:r>
            <a:r>
              <a:rPr lang="ko-KR" altLang="en-US" sz="4800" b="1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년</a:t>
            </a:r>
            <a:endParaRPr lang="en-US" altLang="ko-KR" sz="4800" b="1" dirty="0"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849888-26DC-5FF1-1ADD-4F90B4FA174D}"/>
              </a:ext>
            </a:extLst>
          </p:cNvPr>
          <p:cNvSpPr txBox="1"/>
          <p:nvPr/>
        </p:nvSpPr>
        <p:spPr>
          <a:xfrm>
            <a:off x="5706614" y="15077986"/>
            <a:ext cx="173156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4800" b="1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 07</a:t>
            </a:r>
            <a:r>
              <a:rPr lang="ko-KR" altLang="en-US" sz="4800" b="1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월</a:t>
            </a:r>
            <a:endParaRPr lang="en-US" altLang="ko-KR" sz="4800" b="1" dirty="0"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20589E4-4DF6-0970-DE0A-CEC97328E9C2}"/>
              </a:ext>
            </a:extLst>
          </p:cNvPr>
          <p:cNvSpPr txBox="1"/>
          <p:nvPr/>
        </p:nvSpPr>
        <p:spPr>
          <a:xfrm>
            <a:off x="7799497" y="15077987"/>
            <a:ext cx="1515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4800" b="1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08</a:t>
            </a:r>
            <a:r>
              <a:rPr lang="ko-KR" altLang="en-US" sz="4800" b="1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일</a:t>
            </a:r>
            <a:endParaRPr lang="en-US" altLang="ko-KR" sz="4800" b="1" dirty="0"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E5A0457-3B52-ABE5-B0C9-B8FAA3040177}"/>
              </a:ext>
            </a:extLst>
          </p:cNvPr>
          <p:cNvSpPr txBox="1"/>
          <p:nvPr/>
        </p:nvSpPr>
        <p:spPr>
          <a:xfrm>
            <a:off x="3454909" y="16468637"/>
            <a:ext cx="23439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4800" b="1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2026 </a:t>
            </a:r>
            <a:r>
              <a:rPr lang="ko-KR" altLang="en-US" sz="4800" b="1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년</a:t>
            </a:r>
            <a:endParaRPr lang="en-US" altLang="ko-KR" sz="4800" b="1" dirty="0"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FDCC243-3315-90E9-7373-1B692F87BD70}"/>
              </a:ext>
            </a:extLst>
          </p:cNvPr>
          <p:cNvSpPr txBox="1"/>
          <p:nvPr/>
        </p:nvSpPr>
        <p:spPr>
          <a:xfrm>
            <a:off x="5958452" y="16468637"/>
            <a:ext cx="1515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4800" b="1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08</a:t>
            </a:r>
            <a:r>
              <a:rPr lang="ko-KR" altLang="en-US" sz="4800" b="1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월</a:t>
            </a:r>
            <a:endParaRPr lang="en-US" altLang="ko-KR" sz="4800" b="1" dirty="0"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D36BD0F-37C0-5096-A778-78D5A457BBBF}"/>
              </a:ext>
            </a:extLst>
          </p:cNvPr>
          <p:cNvSpPr txBox="1">
            <a:spLocks/>
          </p:cNvSpPr>
          <p:nvPr/>
        </p:nvSpPr>
        <p:spPr>
          <a:xfrm>
            <a:off x="7473610" y="16468636"/>
            <a:ext cx="22040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b="1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28</a:t>
            </a:r>
            <a:r>
              <a:rPr lang="ko-KR" altLang="en-US" sz="4800" b="1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일</a:t>
            </a:r>
            <a:endParaRPr lang="en-US" altLang="ko-KR" sz="4800" b="1" dirty="0"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graphicFrame>
        <p:nvGraphicFramePr>
          <p:cNvPr id="44" name="표 43">
            <a:extLst>
              <a:ext uri="{FF2B5EF4-FFF2-40B4-BE49-F238E27FC236}">
                <a16:creationId xmlns:a16="http://schemas.microsoft.com/office/drawing/2014/main" id="{BE267EBC-9705-758C-B166-9A9F85EE9F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4124706"/>
              </p:ext>
            </p:extLst>
          </p:nvPr>
        </p:nvGraphicFramePr>
        <p:xfrm>
          <a:off x="0" y="0"/>
          <a:ext cx="10691816" cy="67219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2954">
                  <a:extLst>
                    <a:ext uri="{9D8B030D-6E8A-4147-A177-3AD203B41FA5}">
                      <a16:colId xmlns:a16="http://schemas.microsoft.com/office/drawing/2014/main" val="810091526"/>
                    </a:ext>
                  </a:extLst>
                </a:gridCol>
                <a:gridCol w="2672954">
                  <a:extLst>
                    <a:ext uri="{9D8B030D-6E8A-4147-A177-3AD203B41FA5}">
                      <a16:colId xmlns:a16="http://schemas.microsoft.com/office/drawing/2014/main" val="682558320"/>
                    </a:ext>
                  </a:extLst>
                </a:gridCol>
                <a:gridCol w="2672954">
                  <a:extLst>
                    <a:ext uri="{9D8B030D-6E8A-4147-A177-3AD203B41FA5}">
                      <a16:colId xmlns:a16="http://schemas.microsoft.com/office/drawing/2014/main" val="656251386"/>
                    </a:ext>
                  </a:extLst>
                </a:gridCol>
                <a:gridCol w="2672954">
                  <a:extLst>
                    <a:ext uri="{9D8B030D-6E8A-4147-A177-3AD203B41FA5}">
                      <a16:colId xmlns:a16="http://schemas.microsoft.com/office/drawing/2014/main" val="3238956398"/>
                    </a:ext>
                  </a:extLst>
                </a:gridCol>
              </a:tblGrid>
              <a:tr h="851875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4000" b="0" dirty="0">
                          <a:ea typeface="나눔스퀘어 네오 OTF Regular" panose="00000500000000000000"/>
                        </a:rPr>
                        <a:t>㈜아주디자인그룹 </a:t>
                      </a:r>
                      <a:r>
                        <a:rPr lang="en-US" altLang="ko-KR" sz="4000" b="0" dirty="0">
                          <a:ea typeface="나눔스퀘어 네오 OTF Regular" panose="00000500000000000000"/>
                        </a:rPr>
                        <a:t>(</a:t>
                      </a:r>
                      <a:r>
                        <a:rPr lang="ko-KR" altLang="en-US" sz="4000" b="0" dirty="0">
                          <a:ea typeface="나눔스퀘어 네오 OTF Regular" panose="00000500000000000000"/>
                        </a:rPr>
                        <a:t>공사부분</a:t>
                      </a:r>
                      <a:r>
                        <a:rPr lang="en-US" altLang="ko-KR" sz="4000" b="0" dirty="0">
                          <a:ea typeface="나눔스퀘어 네오 OTF Regular" panose="00000500000000000000"/>
                        </a:rPr>
                        <a:t>)</a:t>
                      </a:r>
                      <a:endParaRPr lang="ko-KR" altLang="en-US" sz="4000" b="0" dirty="0">
                        <a:ea typeface="나눔스퀘어 네오 OTF Regular" panose="0000050000000000000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0" b="1" dirty="0">
                          <a:ea typeface="나눔스퀘어 네오 OTF Regular" panose="00000500000000000000"/>
                        </a:rPr>
                        <a:t>NEW</a:t>
                      </a:r>
                      <a:r>
                        <a:rPr lang="en-US" altLang="ko-KR" sz="4000" b="0" dirty="0">
                          <a:ea typeface="나눔스퀘어 네오 OTF Regular" panose="00000500000000000000"/>
                        </a:rPr>
                        <a:t> SQP</a:t>
                      </a:r>
                      <a:endParaRPr lang="ko-KR" altLang="en-US" sz="4000" b="0" dirty="0">
                        <a:ea typeface="나눔스퀘어 네오 OTF Regular" panose="0000050000000000000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7932329"/>
                  </a:ext>
                </a:extLst>
              </a:tr>
              <a:tr h="62561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>
                          <a:ea typeface="나눔스퀘어 네오 OTF Regular" panose="00000500000000000000"/>
                        </a:rPr>
                        <a:t>현 장 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>
                          <a:ea typeface="나눔스퀘어 네오 OTF Regular" panose="00000500000000000000"/>
                        </a:rPr>
                        <a:t>해성</a:t>
                      </a:r>
                      <a:r>
                        <a:rPr lang="en-US" altLang="ko-KR" sz="2400" b="1" dirty="0">
                          <a:ea typeface="나눔스퀘어 네오 OTF Regular" panose="00000500000000000000"/>
                        </a:rPr>
                        <a:t>2</a:t>
                      </a:r>
                      <a:r>
                        <a:rPr lang="ko-KR" altLang="en-US" sz="2400" b="1" dirty="0">
                          <a:ea typeface="나눔스퀘어 네오 OTF Regular" panose="00000500000000000000"/>
                        </a:rPr>
                        <a:t>빌딩 지상</a:t>
                      </a:r>
                      <a:r>
                        <a:rPr lang="en-US" altLang="ko-KR" sz="2400" b="1" dirty="0">
                          <a:ea typeface="나눔스퀘어 네오 OTF Regular" panose="00000500000000000000"/>
                        </a:rPr>
                        <a:t>1</a:t>
                      </a:r>
                      <a:r>
                        <a:rPr lang="ko-KR" altLang="en-US" sz="2400" b="1" dirty="0">
                          <a:ea typeface="나눔스퀘어 네오 OTF Regular" panose="00000500000000000000"/>
                        </a:rPr>
                        <a:t>층 로비 및 </a:t>
                      </a:r>
                      <a:r>
                        <a:rPr lang="en-US" altLang="ko-KR" sz="2400" b="1" dirty="0">
                          <a:ea typeface="나눔스퀘어 네오 OTF Regular" panose="00000500000000000000"/>
                        </a:rPr>
                        <a:t>B1~B6</a:t>
                      </a:r>
                      <a:r>
                        <a:rPr lang="ko-KR" altLang="en-US" sz="2400" b="1" dirty="0">
                          <a:ea typeface="나눔스퀘어 네오 OTF Regular" panose="00000500000000000000"/>
                        </a:rPr>
                        <a:t>층 개선공사</a:t>
                      </a:r>
                      <a:endParaRPr lang="en-US" altLang="ko-KR" sz="2400" b="1" dirty="0">
                        <a:ea typeface="나눔스퀘어 네오 OTF Regular" panose="0000050000000000000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8094247"/>
                  </a:ext>
                </a:extLst>
              </a:tr>
              <a:tr h="62561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>
                          <a:ea typeface="나눔스퀘어 네오 OTF Regular" panose="00000500000000000000"/>
                        </a:rPr>
                        <a:t>공사기간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ea typeface="나눔스퀘어 네오 OTF Regular" panose="00000500000000000000"/>
                        </a:rPr>
                        <a:t>2026.07.01 ~ 2026.11.30</a:t>
                      </a:r>
                      <a:endParaRPr lang="ko-KR" altLang="en-US" sz="2400" b="1" dirty="0">
                        <a:ea typeface="나눔스퀘어 네오 OTF Regular" panose="0000050000000000000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8863318"/>
                  </a:ext>
                </a:extLst>
              </a:tr>
              <a:tr h="667798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>
                          <a:ea typeface="나눔스퀘어 네오 OTF Regular" panose="00000500000000000000"/>
                        </a:rPr>
                        <a:t>현장인원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2500" b="1" dirty="0">
                          <a:ea typeface="나눔스퀘어 네오 OTF Regular" panose="00000500000000000000"/>
                        </a:rPr>
                        <a:t>소장  </a:t>
                      </a:r>
                      <a:r>
                        <a:rPr lang="en-US" altLang="ko-KR" sz="2500" b="1" dirty="0">
                          <a:ea typeface="나눔스퀘어 네오 OTF Regular" panose="00000500000000000000"/>
                        </a:rPr>
                        <a:t>–</a:t>
                      </a:r>
                      <a:r>
                        <a:rPr lang="en-US" altLang="ko-KR" sz="2500" b="1" baseline="0" dirty="0">
                          <a:ea typeface="나눔스퀘어 네오 OTF Regular" panose="00000500000000000000"/>
                        </a:rPr>
                        <a:t>  </a:t>
                      </a:r>
                      <a:r>
                        <a:rPr lang="ko-KR" altLang="en-US" sz="2500" b="1" baseline="0" dirty="0">
                          <a:ea typeface="나눔스퀘어 네오 OTF Regular" panose="00000500000000000000"/>
                        </a:rPr>
                        <a:t>이현지 차장</a:t>
                      </a:r>
                      <a:endParaRPr lang="ko-KR" altLang="en-US" sz="2500" b="1" dirty="0">
                        <a:ea typeface="나눔스퀘어 네오 OTF Regular" panose="0000050000000000000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7355676"/>
                  </a:ext>
                </a:extLst>
              </a:tr>
              <a:tr h="625618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2400" b="1" dirty="0">
                          <a:ea typeface="나눔스퀘어 네오 OTF Regular" panose="00000500000000000000"/>
                        </a:rPr>
                        <a:t>스텝  </a:t>
                      </a:r>
                      <a:r>
                        <a:rPr lang="en-US" altLang="ko-KR" sz="2400" b="1" dirty="0">
                          <a:ea typeface="나눔스퀘어 네오 OTF Regular" panose="00000500000000000000"/>
                        </a:rPr>
                        <a:t>–  </a:t>
                      </a:r>
                      <a:r>
                        <a:rPr lang="ko-KR" altLang="en-US" sz="2400" b="1" dirty="0" err="1">
                          <a:ea typeface="나눔스퀘어 네오 OTF Regular" panose="00000500000000000000"/>
                        </a:rPr>
                        <a:t>김향기</a:t>
                      </a:r>
                      <a:r>
                        <a:rPr lang="ko-KR" altLang="en-US" sz="2400" b="1" dirty="0">
                          <a:ea typeface="나눔스퀘어 네오 OTF Regular" panose="00000500000000000000"/>
                        </a:rPr>
                        <a:t> 대리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653611"/>
                  </a:ext>
                </a:extLst>
              </a:tr>
              <a:tr h="6256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ea typeface="나눔스퀘어 네오 OTF Regular" panose="00000500000000000000"/>
                        </a:rPr>
                        <a:t> P M</a:t>
                      </a:r>
                      <a:endParaRPr lang="ko-KR" altLang="en-US" sz="2400" b="1" dirty="0">
                        <a:ea typeface="나눔스퀘어 네오 OTF Regular" panose="0000050000000000000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>
                          <a:ea typeface="나눔스퀘어 네오 OTF Regular" panose="00000500000000000000"/>
                        </a:rPr>
                        <a:t>임현철 전무</a:t>
                      </a:r>
                      <a:endParaRPr lang="en-US" altLang="ko-KR" sz="2400" b="1" dirty="0">
                        <a:ea typeface="나눔스퀘어 네오 OTF Regular" panose="00000500000000000000"/>
                      </a:endParaRPr>
                    </a:p>
                    <a:p>
                      <a:pPr algn="ctr" latinLnBrk="1"/>
                      <a:r>
                        <a:rPr lang="ko-KR" altLang="en-US" sz="2400" b="1" dirty="0" err="1">
                          <a:ea typeface="나눔스퀘어 네오 OTF Regular" panose="00000500000000000000"/>
                        </a:rPr>
                        <a:t>유홍연</a:t>
                      </a:r>
                      <a:r>
                        <a:rPr lang="ko-KR" altLang="en-US" sz="2400" b="1" dirty="0">
                          <a:ea typeface="나눔스퀘어 네오 OTF Regular" panose="00000500000000000000"/>
                        </a:rPr>
                        <a:t> 부장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ea typeface="나눔스퀘어 네오 OTF Regular" panose="00000500000000000000"/>
                        </a:rPr>
                        <a:t>C P M</a:t>
                      </a:r>
                      <a:endParaRPr lang="ko-KR" altLang="en-US" sz="2400" b="1" dirty="0">
                        <a:ea typeface="나눔스퀘어 네오 OTF Regular" panose="0000050000000000000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>
                          <a:ea typeface="나눔스퀘어 네오 OTF Regular" panose="00000500000000000000"/>
                        </a:rPr>
                        <a:t>조국환 상무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2519906"/>
                  </a:ext>
                </a:extLst>
              </a:tr>
              <a:tr h="62561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>
                          <a:ea typeface="나눔스퀘어 네오 OTF Regular" panose="00000500000000000000"/>
                        </a:rPr>
                        <a:t>설계담당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 err="1">
                          <a:ea typeface="나눔스퀘어 네오 OTF Regular" panose="00000500000000000000"/>
                        </a:rPr>
                        <a:t>배진희</a:t>
                      </a:r>
                      <a:r>
                        <a:rPr lang="ko-KR" altLang="en-US" sz="2400" b="1" dirty="0">
                          <a:ea typeface="나눔스퀘어 네오 OTF Regular" panose="00000500000000000000"/>
                        </a:rPr>
                        <a:t> 과장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>
                          <a:ea typeface="나눔스퀘어 네오 OTF Regular" panose="00000500000000000000"/>
                        </a:rPr>
                        <a:t>견적담당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>
                          <a:ea typeface="나눔스퀘어 네오 OTF Regular" panose="00000500000000000000"/>
                        </a:rPr>
                        <a:t>고태성 이사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358674"/>
                  </a:ext>
                </a:extLst>
              </a:tr>
              <a:tr h="62561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>
                          <a:ea typeface="나눔스퀘어 네오 OTF Regular" panose="00000500000000000000"/>
                        </a:rPr>
                        <a:t>공무</a:t>
                      </a:r>
                      <a:r>
                        <a:rPr lang="en-US" altLang="ko-KR" sz="2400" b="1" dirty="0">
                          <a:ea typeface="나눔스퀘어 네오 OTF Regular" panose="00000500000000000000"/>
                        </a:rPr>
                        <a:t>(</a:t>
                      </a:r>
                      <a:r>
                        <a:rPr lang="ko-KR" altLang="en-US" sz="2400" b="1" dirty="0">
                          <a:ea typeface="나눔스퀘어 네오 OTF Regular" panose="00000500000000000000"/>
                        </a:rPr>
                        <a:t>정</a:t>
                      </a:r>
                      <a:r>
                        <a:rPr lang="en-US" altLang="ko-KR" sz="2400" b="1" dirty="0">
                          <a:ea typeface="나눔스퀘어 네오 OTF Regular" panose="00000500000000000000"/>
                        </a:rPr>
                        <a:t>)</a:t>
                      </a:r>
                      <a:endParaRPr lang="ko-KR" altLang="en-US" sz="2400" b="1" dirty="0">
                        <a:ea typeface="나눔스퀘어 네오 OTF Regular" panose="0000050000000000000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 err="1">
                          <a:ea typeface="나눔스퀘어 네오 OTF Regular" panose="00000500000000000000"/>
                        </a:rPr>
                        <a:t>송유민</a:t>
                      </a:r>
                      <a:r>
                        <a:rPr lang="ko-KR" altLang="en-US" sz="2400" b="1" dirty="0">
                          <a:ea typeface="나눔스퀘어 네오 OTF Regular" panose="00000500000000000000"/>
                        </a:rPr>
                        <a:t> 과장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>
                          <a:ea typeface="나눔스퀘어 네오 OTF Regular" panose="00000500000000000000"/>
                        </a:rPr>
                        <a:t>공무</a:t>
                      </a:r>
                      <a:r>
                        <a:rPr lang="en-US" altLang="ko-KR" sz="2400" b="1" dirty="0">
                          <a:ea typeface="나눔스퀘어 네오 OTF Regular" panose="00000500000000000000"/>
                        </a:rPr>
                        <a:t>(</a:t>
                      </a:r>
                      <a:r>
                        <a:rPr lang="ko-KR" altLang="en-US" sz="2400" b="1" dirty="0">
                          <a:ea typeface="나눔스퀘어 네오 OTF Regular" panose="00000500000000000000"/>
                        </a:rPr>
                        <a:t>부</a:t>
                      </a:r>
                      <a:r>
                        <a:rPr lang="en-US" altLang="ko-KR" sz="2400" b="1" dirty="0">
                          <a:ea typeface="나눔스퀘어 네오 OTF Regular" panose="00000500000000000000"/>
                        </a:rPr>
                        <a:t>)</a:t>
                      </a:r>
                      <a:endParaRPr lang="ko-KR" altLang="en-US" sz="2400" b="1" dirty="0">
                        <a:ea typeface="나눔스퀘어 네오 OTF Regular" panose="0000050000000000000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ea typeface="나눔스퀘어 네오 OTF Regular" panose="0000050000000000000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8698063"/>
                  </a:ext>
                </a:extLst>
              </a:tr>
              <a:tr h="62561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>
                          <a:ea typeface="나눔스퀘어 네오 OTF Regular" panose="00000500000000000000"/>
                        </a:rPr>
                        <a:t>현장주소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>
                          <a:ea typeface="나눔스퀘어 네오 OTF Regular" panose="00000500000000000000"/>
                        </a:rPr>
                        <a:t>서울 강남구 테헤란로 </a:t>
                      </a:r>
                      <a:r>
                        <a:rPr lang="en-US" altLang="ko-KR" sz="2400" b="1" dirty="0">
                          <a:ea typeface="나눔스퀘어 네오 OTF Regular" panose="00000500000000000000"/>
                        </a:rPr>
                        <a:t>508 </a:t>
                      </a:r>
                      <a:r>
                        <a:rPr lang="ko-KR" altLang="en-US" sz="2400" b="1" dirty="0">
                          <a:ea typeface="나눔스퀘어 네오 OTF Regular" panose="00000500000000000000"/>
                        </a:rPr>
                        <a:t>해성</a:t>
                      </a:r>
                      <a:r>
                        <a:rPr lang="en-US" altLang="ko-KR" sz="2400" b="1" dirty="0">
                          <a:ea typeface="나눔스퀘어 네오 OTF Regular" panose="00000500000000000000"/>
                        </a:rPr>
                        <a:t>2</a:t>
                      </a:r>
                      <a:r>
                        <a:rPr lang="ko-KR" altLang="en-US" sz="2400" b="1" dirty="0">
                          <a:ea typeface="나눔스퀘어 네오 OTF Regular" panose="00000500000000000000"/>
                        </a:rPr>
                        <a:t>빌딩</a:t>
                      </a:r>
                      <a:endParaRPr lang="en-US" altLang="ko-KR" sz="2400" b="1" dirty="0">
                        <a:ea typeface="나눔스퀘어 네오 OTF Regular" panose="0000050000000000000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0283665"/>
                  </a:ext>
                </a:extLst>
              </a:tr>
              <a:tr h="625618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>
                          <a:solidFill>
                            <a:srgbClr val="FF0000"/>
                          </a:solidFill>
                          <a:ea typeface="나눔스퀘어 네오 OTF Regular" panose="00000500000000000000"/>
                        </a:rPr>
                        <a:t>F</a:t>
                      </a:r>
                      <a:r>
                        <a:rPr lang="en-US" altLang="ko-KR" sz="3200" b="1" dirty="0">
                          <a:ea typeface="나눔스퀘어 네오 OTF Regular" panose="00000500000000000000"/>
                        </a:rPr>
                        <a:t>aster,  </a:t>
                      </a:r>
                      <a:r>
                        <a:rPr lang="en-US" altLang="ko-KR" sz="3200" b="1" dirty="0">
                          <a:solidFill>
                            <a:srgbClr val="FF0000"/>
                          </a:solidFill>
                          <a:ea typeface="나눔스퀘어 네오 OTF Regular" panose="00000500000000000000"/>
                        </a:rPr>
                        <a:t>C</a:t>
                      </a:r>
                      <a:r>
                        <a:rPr lang="en-US" altLang="ko-KR" sz="3200" b="1" dirty="0">
                          <a:ea typeface="나눔스퀘어 네오 OTF Regular" panose="00000500000000000000"/>
                        </a:rPr>
                        <a:t>heaper,  </a:t>
                      </a:r>
                      <a:r>
                        <a:rPr lang="en-US" altLang="ko-KR" sz="3200" b="1" dirty="0">
                          <a:solidFill>
                            <a:srgbClr val="FF0000"/>
                          </a:solidFill>
                          <a:ea typeface="나눔스퀘어 네오 OTF Regular" panose="00000500000000000000"/>
                        </a:rPr>
                        <a:t>B</a:t>
                      </a:r>
                      <a:r>
                        <a:rPr lang="en-US" altLang="ko-KR" sz="3200" b="1" dirty="0">
                          <a:ea typeface="나눔스퀘어 네오 OTF Regular" panose="00000500000000000000"/>
                        </a:rPr>
                        <a:t>etter</a:t>
                      </a:r>
                      <a:endParaRPr lang="ko-KR" altLang="en-US" sz="3200" b="1" dirty="0">
                        <a:ea typeface="나눔스퀘어 네오 OTF Regular" panose="0000050000000000000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546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72730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1588</TotalTime>
  <Words>112</Words>
  <Application>Microsoft Office PowerPoint</Application>
  <PresentationFormat>사용자 지정</PresentationFormat>
  <Paragraphs>41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나눔스퀘어 네오 OTF ExtraBold</vt:lpstr>
      <vt:lpstr>나눔스퀘어 네오 OTF Heavy</vt:lpstr>
      <vt:lpstr>나눔스퀘어 네오 OTF Regular</vt:lpstr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274</cp:revision>
  <cp:lastPrinted>2025-01-15T06:19:13Z</cp:lastPrinted>
  <dcterms:created xsi:type="dcterms:W3CDTF">2025-01-15T05:07:11Z</dcterms:created>
  <dcterms:modified xsi:type="dcterms:W3CDTF">2026-08-28T10:30:17Z</dcterms:modified>
</cp:coreProperties>
</file>